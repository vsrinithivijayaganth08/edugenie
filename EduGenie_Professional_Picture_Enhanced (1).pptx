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8120" y="1234440"/>
            <a:ext cx="28803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75320" y="1691640"/>
            <a:ext cx="310896" cy="310896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1508760"/>
            <a:ext cx="310896" cy="310896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66960" y="2011680"/>
            <a:ext cx="310896" cy="310896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0" y="2514600"/>
            <a:ext cx="310896" cy="310896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0" y="2971800"/>
            <a:ext cx="310896" cy="310896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8412480" y="1664208"/>
            <a:ext cx="960120" cy="182880"/>
          </a:xfrm>
          <a:prstGeom prst="line">
            <a:avLst/>
          </a:prstGeom>
          <a:ln w="25400">
            <a:solidFill>
              <a:srgbClr val="2D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72600" y="1664208"/>
            <a:ext cx="731520" cy="502920"/>
          </a:xfrm>
          <a:prstGeom prst="line">
            <a:avLst/>
          </a:prstGeom>
          <a:ln w="25400">
            <a:solidFill>
              <a:srgbClr val="2D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2670048"/>
            <a:ext cx="1508760" cy="438912"/>
          </a:xfrm>
          <a:prstGeom prst="line">
            <a:avLst/>
          </a:prstGeom>
          <a:ln w="25400">
            <a:solidFill>
              <a:srgbClr val="2D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32520" y="1664208"/>
            <a:ext cx="640080" cy="1005840"/>
          </a:xfrm>
          <a:prstGeom prst="line">
            <a:avLst/>
          </a:prstGeom>
          <a:ln w="25400">
            <a:solidFill>
              <a:srgbClr val="2D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1234440"/>
            <a:ext cx="6583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2543"/>
                </a:solidFill>
              </a:defRPr>
            </a:pPr>
            <a:r>
              <a:t>Team Enrollment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51760"/>
            <a:ext cx="6217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67DC"/>
                </a:solidFill>
              </a:defRPr>
            </a:pPr>
            <a:r>
              <a:t>EduGenie</a:t>
            </a:r>
          </a:p>
          <a:p>
            <a:pPr>
              <a:defRPr sz="1700">
                <a:solidFill>
                  <a:srgbClr val="56637A"/>
                </a:solidFill>
              </a:defRPr>
            </a:pPr>
            <a:r>
              <a:t>Google Gemini Powered Learning Assistant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0520"/>
            <a:ext cx="5943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3271" y="4325112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32511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3434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Professional Team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 • Education • Personalization • Productivity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1.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 as a learning companion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EduGenie is a proposed AI-powered learning assistant for students and educators.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It combines conversational support, personalized learning, practice, research and writing assistance.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Google describes Gemini for Education as an AI assistant for teaching, learning and everyday educational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2.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Common learning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Different students need different explanations and learning speeds.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Finding, organizing and understanding study material can take significant time.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Students may need academic support outside classroom hours.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Creating effective revision activities and practice tests can be time-consuming.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3. Proposed Solution — EduGenie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From question to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Ask a question or enter a learning topic.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Receive a clear, structured explanation tailored to the learning need.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Generate quizzes, practice activities and revision material.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Use feedback to identify areas for further study.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4. Key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Core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Personalized learning and concept explanations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Study guidance and revision support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Quiz, flashcard and practice generation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Research, brainstorming and writing feedback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Multimodal and conversational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QUIZ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5. How EduGenie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Simple five-step learning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01  Student enters a question or topic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02  EduGenie understands the learning goal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03  Gemini generates an explanation or activity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04  Student practices and reviews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05  Feedback guides the next learning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6. Technology &amp; Google 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Technology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Generative AI can create explanations, study materials and learning activities.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Gemini for Education is designed for teaching, learning and research workflows.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Google says Gemini 2.5 Pro incorporates LearnLM for learning-focused experiences.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Google Workspace integrations can support Docs, Slides, Gmail, Sheets, Meet and other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EDU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7.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Value across the learning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Students: clarification, guided practice, revision and writing support.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Educators: lesson planning, differentiated material and assessment support.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Institutions: AI literacy and structured adoption of educational AI.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Learning: active practice, feedback, curiosity and exploration.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TEACHERS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COLLEGE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8. Responsible &amp; Secure AI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 should support learning responsibly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Verify important information before using it academically.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Use AI to understand and practice rather than simply copy.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Protect personal information and follow institutional AI policies.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Google states Gemini for Education includes enterprise-grade data protection.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RESPONSIBLE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9.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Possible next-generation extensions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Personalized study plans and revision schedules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Progress dashboard with topic-level learning insights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Voice-based learning and presentation rehearsal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Multilingual explanations and accessibility features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Institution and learning-management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GROW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10.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EduGenie — Learn smarter with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EduGenie brings AI assistance into a structured learning workflow.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It can support explanation, practice, research, writing and revision.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The concept is intended to complement teachers and encourage active learning.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Responsible use and verification remain essential.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011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99232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3163824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163824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1821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57C2"/>
                </a:solidFill>
              </a:defRPr>
            </a:pPr>
            <a:r>
              <a:t>GROW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30752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169664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4334256"/>
            <a:ext cx="438912" cy="438912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334256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35254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B8CD"/>
                </a:solidFill>
              </a:defRPr>
            </a:pPr>
            <a:r>
              <a:t>ACHIEVE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01184"/>
            <a:ext cx="2468880" cy="-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AI-powered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-502920"/>
            <a:ext cx="2011680" cy="2011680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394960"/>
            <a:ext cx="1645920" cy="1645920"/>
          </a:xfrm>
          <a:prstGeom prst="ellipse">
            <a:avLst/>
          </a:prstGeom>
          <a:solidFill>
            <a:srgbClr val="2D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508760" cy="150876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100584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141732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508760"/>
            <a:ext cx="109728" cy="109728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543"/>
                </a:solidFill>
              </a:defRPr>
            </a:pPr>
            <a: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Official Google for Education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858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Google for Education — Gemini for Education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Google for Education — Teaching and Learning Add-on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Google for Education — Gemini Notebook</a:t>
            </a:r>
          </a:p>
          <a:p>
            <a:pPr>
              <a:spcAft>
                <a:spcPts val="1400"/>
              </a:spcAft>
              <a:defRPr sz="1700">
                <a:solidFill>
                  <a:srgbClr val="182543"/>
                </a:solidFill>
              </a:defRPr>
            </a:pPr>
            <a:r>
              <a:t>• Google for Education — Workspace with Gemini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1089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1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11312" y="1993392"/>
            <a:ext cx="438912" cy="438912"/>
          </a:xfrm>
          <a:prstGeom prst="ellipse">
            <a:avLst/>
          </a:prstGeom>
          <a:solidFill>
            <a:srgbClr val="41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933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01168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167DC"/>
                </a:solidFill>
              </a:defRPr>
            </a:pPr>
            <a: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6032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637A"/>
                </a:solidFill>
              </a:defRPr>
            </a:pPr>
            <a:r>
              <a:t>edu.google.com</a:t>
            </a:r>
            <a:br/>
            <a:br/>
            <a:r>
              <a:t>Official Google for Education information used for feature descriptions.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